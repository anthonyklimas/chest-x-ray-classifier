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7029db07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7029db07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7119ff2f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7119ff2f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7029db07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7029db07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74b6740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74b6740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74b6740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74b6740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4b6740a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74b6740a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74bed140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74bed140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3ebafdc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73ebafdc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3ebafdc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973ebafdc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X-ray Multi-Classified Preprocessing, Visualization, and Model Design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Nick Calabro, Anthony Klimas, Luke MacVicar, Hilary Jaen Rodriguez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Source: NIH Chest X-ray 14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Originally 1024 x 1024 or higher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112,120 images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aim to achieve </a:t>
            </a:r>
            <a:r>
              <a:rPr lang="en"/>
              <a:t>competitive</a:t>
            </a:r>
            <a:r>
              <a:rPr lang="en"/>
              <a:t> accuracy (within 5%) of modern models on this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Additional metadata: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Number of followup doctor visits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Chest X-ray orientation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Original resolution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Insights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True Count Mean: 5798.286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Standard Deviation: 5429.592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Imbalance is clearly quite large with a range of 19,667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Insights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Image resolution is not standardized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Often too high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Depending on training time, we’ll experiment with resolution size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Baseline will use a consistant 224 x 244 resolution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Likely diminishing returns in accuracy as </a:t>
            </a:r>
            <a:r>
              <a:rPr lang="en"/>
              <a:t>the</a:t>
            </a:r>
            <a:r>
              <a:rPr lang="en"/>
              <a:t> resolution increases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Early training cycles starting with small resolution may detect broader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Increase resolution as training epochs increase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Visualizations</a:t>
            </a:r>
            <a:endParaRPr/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311700" y="12298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Patient Age Distribution: This shows the ages of each patient involved in the dataset. We see that most fall between the ages of 50 and 60 years old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Follow-up Number Distribution: Shows how many of these </a:t>
            </a:r>
            <a:r>
              <a:rPr lang="en"/>
              <a:t>images are from follow ups. Which is a very small number meaning most of these are from unique patients. </a:t>
            </a:r>
            <a:endParaRPr/>
          </a:p>
        </p:txBody>
      </p:sp>
      <p:pic>
        <p:nvPicPr>
          <p:cNvPr id="111" name="Google Shape;111;p17" title="Screenshot 2026-04-15 at 2.51.4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775" y="1017805"/>
            <a:ext cx="4572001" cy="1926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Visualizations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229875"/>
            <a:ext cx="4662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Patient Age by sex shows the </a:t>
            </a:r>
            <a:r>
              <a:rPr lang="en"/>
              <a:t>distribution</a:t>
            </a:r>
            <a:r>
              <a:rPr lang="en"/>
              <a:t> of the ages for the </a:t>
            </a:r>
            <a:r>
              <a:rPr lang="en"/>
              <a:t>patients distinguished by sex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Top 10 findings shows what the distribution of findings across the data set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8" name="Google Shape;118;p18" title="Screenshot 2026-04-15 at 2.53.0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9453" y="0"/>
            <a:ext cx="39345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/>
              <a:t>Visualizations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229875"/>
            <a:ext cx="36831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Correlation Heatmap shows how related these aspects of the data 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view </a:t>
            </a:r>
            <a:r>
              <a:rPr lang="en"/>
              <a:t>position distribution is demonstrating which images are from each xray position</a:t>
            </a:r>
            <a:endParaRPr/>
          </a:p>
        </p:txBody>
      </p:sp>
      <p:pic>
        <p:nvPicPr>
          <p:cNvPr id="125" name="Google Shape;125;p19" title="Screenshot 2026-04-15 at 2.52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0475" y="1462175"/>
            <a:ext cx="5083524" cy="208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X-ray Grid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9875"/>
            <a:ext cx="3762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raw </a:t>
            </a:r>
            <a:r>
              <a:rPr lang="en"/>
              <a:t>preprocessed</a:t>
            </a:r>
            <a:r>
              <a:rPr lang="en"/>
              <a:t>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important to see and understand the data we are working with before putting it into the CNN</a:t>
            </a:r>
            <a:endParaRPr/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544" y="0"/>
            <a:ext cx="506946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846878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Class Imbalance: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disease appear much more frequently than others, which can cause the model to favor common classes and perform poorll on rare ones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Multi-Label Complexity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X-ray image can contain multiple diseases, requiring the model to predict several labels at once instead of just one.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Label noise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dataset labels were generated automatically, which may introduce errors and reduce overall data quality.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preprocessing (resize, normalize):</a:t>
            </a:r>
            <a:b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preprocess the data by resizing images to a standard size and normalizing pixel values to improve model training efficiency.</a:t>
            </a:r>
            <a:b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augmentation (flip, rotate):</a:t>
            </a:r>
            <a:b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We will apply data augmentation techniques such as flipping and rotating images to increase data diversity and improve generalization.</a:t>
            </a:r>
            <a:b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Handle imbalance (class weights):</a:t>
            </a:r>
            <a:b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address class imbalance, we will use techniques such as class weighting to ensure the model does not favor more frequent diseases.</a:t>
            </a:r>
            <a:b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6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training (Swin Transformer):</a:t>
            </a:r>
            <a:br>
              <a:rPr b="1"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56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train a Swin Transformer model to effectively capture both local and global patterns in the images for improved classification performance.</a:t>
            </a:r>
            <a:endParaRPr sz="566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